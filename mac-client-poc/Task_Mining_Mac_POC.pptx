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853"/>
                </a:solidFill>
              </a:defRPr>
            </a:pPr>
            <a:r>
              <a:t>Task Mining Client for macOS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Proof of Concept —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Native Swift  ·  macOS 13+  ·  Zero backend changes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What is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A native macOS Task Mining client built in Swift using Apple's own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Runs as a lightweight menu bar app — no dock icon, no visible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Captures the same data as our Windows client using macOS-native equivalents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Uses the identical event schema (DefaultSchemaKeys) — backend needs zero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Validated with a live 60-second recording that captured real user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What it captures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Foreground app switches &amp; window titles  (NSWorkspace + CGWindowList)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Mouse clicks with precise coordinates  (CGEventTap)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Key presses &amp; modifier flags  (CGEventTap)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Clipboard changes  (NSPasteboard polling)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UI element metadata — name, role, identifier  (macOS Accessibility API / AXUIElement)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Screenshots on every click event  (CGWindowListCreateImage)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Menu bar app (AppDelegate + NSStatusItem) → CaptureEngine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EventTapMonitor — CGEventTap replaces Windows SetWindowsHookEx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WindowTracker — NSWorkspace replaces GetForegroundWindow / GetWindowText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AccessibilityReader — AXUIElement replaces COM UIAutomationClient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ScreenshotCapture — CGWindowListCreateImage replaces GDI BitBlt / PrintWindow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EventStore — JSONL + PNG persistence (same schema → ready for Parquet conversion)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Live demo — 60s recording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15 events captured in 60 seconds of normal desktop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Detected app switches: Cursor → System Settings → Chrome →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Captured full window titles (e.g. "Inbox (1) - m.a@celonis.de - Celonis SE Mail")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Mouse clicks enriched with Accessibility data (elementName, elementRole: AXMenuBarItem)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Session ID, snippet IDs, ISO 8601 timestamps — production-grade event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All data written to ~/CelonisTaskMining/sessions/{id}/events.jsonl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Roadmap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Parquet output — Apache Arrow C bindings for native columnar 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Cloud upload — OAuth2 activation + multipart upload to existing Celonis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Browser extension bridge — Chrome/Edge native messaging host (same extension, Unix socket)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Enterprise readiness — encrypted local storage, .pkg installer, notarization, MDM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Filter rules engine — ECA configurable event filtering (port from Windows 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00E676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Estimated effort: ~3–5 weeks POC → ~6–10 weeks production-ready additions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